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6"/>
  </p:notesMasterIdLst>
  <p:sldIdLst>
    <p:sldId id="256" r:id="rId2"/>
    <p:sldId id="258" r:id="rId3"/>
    <p:sldId id="259" r:id="rId4"/>
    <p:sldId id="275" r:id="rId5"/>
  </p:sldIdLst>
  <p:sldSz cx="9144000" cy="5143500" type="screen16x9"/>
  <p:notesSz cx="6858000" cy="9144000"/>
  <p:embeddedFontLst>
    <p:embeddedFont>
      <p:font typeface="Akatab" panose="020B0604020202020204" charset="0"/>
      <p:regular r:id="rId7"/>
      <p:bold r:id="rId8"/>
    </p:embeddedFont>
    <p:embeddedFont>
      <p:font typeface="Castoro" panose="020B0604020202020204" charset="0"/>
      <p:regular r:id="rId9"/>
      <p:italic r:id="rId10"/>
    </p:embeddedFont>
    <p:embeddedFont>
      <p:font typeface="Raleway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4A624E-C7F9-4CB7-A30D-41E38F5E4052}">
  <a:tblStyle styleId="{AE4A624E-C7F9-4CB7-A30D-41E38F5E40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D713B15-7BA9-4BF7-87BA-EBD48C377B3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97400" y="667850"/>
            <a:ext cx="6396300" cy="22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>
                <a:latin typeface="Castoro"/>
                <a:ea typeface="Castoro"/>
                <a:cs typeface="Castoro"/>
                <a:sym typeface="Casto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63800" y="3480892"/>
            <a:ext cx="25299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189050" y="182425"/>
            <a:ext cx="7989600" cy="3901800"/>
            <a:chOff x="189050" y="182425"/>
            <a:chExt cx="7989600" cy="3901800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189050" y="321905"/>
              <a:ext cx="7989600" cy="81900"/>
              <a:chOff x="189050" y="284125"/>
              <a:chExt cx="7989600" cy="81900"/>
            </a:xfrm>
          </p:grpSpPr>
          <p:sp>
            <p:nvSpPr>
              <p:cNvPr id="14" name="Google Shape;14;p2"/>
              <p:cNvSpPr/>
              <p:nvPr/>
            </p:nvSpPr>
            <p:spPr>
              <a:xfrm rot="-5400000">
                <a:off x="7884800" y="72175"/>
                <a:ext cx="81900" cy="5058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5" name="Google Shape;15;p2"/>
              <p:cNvCxnSpPr>
                <a:stCxn id="14" idx="0"/>
              </p:cNvCxnSpPr>
              <p:nvPr/>
            </p:nvCxnSpPr>
            <p:spPr>
              <a:xfrm rot="10800000">
                <a:off x="189050" y="325075"/>
                <a:ext cx="7483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403625" y="182425"/>
              <a:ext cx="81900" cy="3901800"/>
              <a:chOff x="403625" y="182425"/>
              <a:chExt cx="81900" cy="39018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03625" y="3578425"/>
                <a:ext cx="81900" cy="5058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8" name="Google Shape;18;p2"/>
              <p:cNvCxnSpPr>
                <a:stCxn id="17" idx="0"/>
              </p:cNvCxnSpPr>
              <p:nvPr/>
            </p:nvCxnSpPr>
            <p:spPr>
              <a:xfrm rot="10800000">
                <a:off x="444575" y="182425"/>
                <a:ext cx="0" cy="3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2863" dist="9525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61425" y="2680575"/>
            <a:ext cx="4383600" cy="17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961425" y="1649425"/>
            <a:ext cx="1032300" cy="7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 b="0" i="1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>
            <a:spLocks noGrp="1"/>
          </p:cNvSpPr>
          <p:nvPr>
            <p:ph type="pic" idx="3"/>
          </p:nvPr>
        </p:nvSpPr>
        <p:spPr>
          <a:xfrm>
            <a:off x="5109150" y="539550"/>
            <a:ext cx="2760600" cy="4064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384800" y="859801"/>
            <a:ext cx="8571101" cy="4095600"/>
            <a:chOff x="384800" y="859801"/>
            <a:chExt cx="8571101" cy="4095600"/>
          </a:xfrm>
        </p:grpSpPr>
        <p:sp>
          <p:nvSpPr>
            <p:cNvPr id="67" name="Google Shape;67;p8"/>
            <p:cNvSpPr/>
            <p:nvPr/>
          </p:nvSpPr>
          <p:spPr>
            <a:xfrm flipH="1">
              <a:off x="7855150" y="859801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68" name="Google Shape;68;p8"/>
            <p:cNvCxnSpPr/>
            <p:nvPr/>
          </p:nvCxnSpPr>
          <p:spPr>
            <a:xfrm rot="5400000">
              <a:off x="5939200" y="2998501"/>
              <a:ext cx="391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Google Shape;69;p8"/>
            <p:cNvSpPr/>
            <p:nvPr/>
          </p:nvSpPr>
          <p:spPr>
            <a:xfrm rot="-5400000" flipH="1">
              <a:off x="596750" y="4501752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0" name="Google Shape;70;p8"/>
            <p:cNvCxnSpPr/>
            <p:nvPr/>
          </p:nvCxnSpPr>
          <p:spPr>
            <a:xfrm>
              <a:off x="898501" y="4754652"/>
              <a:ext cx="805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9"/>
          <p:cNvGrpSpPr/>
          <p:nvPr/>
        </p:nvGrpSpPr>
        <p:grpSpPr>
          <a:xfrm>
            <a:off x="188100" y="338850"/>
            <a:ext cx="8771701" cy="4488651"/>
            <a:chOff x="188100" y="338850"/>
            <a:chExt cx="8771701" cy="4488651"/>
          </a:xfrm>
        </p:grpSpPr>
        <p:sp>
          <p:nvSpPr>
            <p:cNvPr id="76" name="Google Shape;76;p9"/>
            <p:cNvSpPr/>
            <p:nvPr/>
          </p:nvSpPr>
          <p:spPr>
            <a:xfrm rot="5400000">
              <a:off x="3980800" y="4533651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7" name="Google Shape;77;p9"/>
            <p:cNvCxnSpPr/>
            <p:nvPr/>
          </p:nvCxnSpPr>
          <p:spPr>
            <a:xfrm rot="10800000">
              <a:off x="188100" y="4786551"/>
              <a:ext cx="391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" name="Google Shape;78;p9"/>
            <p:cNvSpPr/>
            <p:nvPr/>
          </p:nvSpPr>
          <p:spPr>
            <a:xfrm rot="-5400000">
              <a:off x="600650" y="126900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9" name="Google Shape;79;p9"/>
            <p:cNvCxnSpPr/>
            <p:nvPr/>
          </p:nvCxnSpPr>
          <p:spPr>
            <a:xfrm>
              <a:off x="902401" y="379800"/>
              <a:ext cx="805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" hasCustomPrompt="1"/>
          </p:nvPr>
        </p:nvSpPr>
        <p:spPr>
          <a:xfrm>
            <a:off x="1503825" y="1295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 i="1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3" hasCustomPrompt="1"/>
          </p:nvPr>
        </p:nvSpPr>
        <p:spPr>
          <a:xfrm>
            <a:off x="1503825" y="28763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 i="1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295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 i="1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28763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 i="1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6" hasCustomPrompt="1"/>
          </p:nvPr>
        </p:nvSpPr>
        <p:spPr>
          <a:xfrm>
            <a:off x="6903888" y="1295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 i="1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7" hasCustomPrompt="1"/>
          </p:nvPr>
        </p:nvSpPr>
        <p:spPr>
          <a:xfrm>
            <a:off x="6903888" y="28763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 i="1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718425" y="1765875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8"/>
          </p:nvPr>
        </p:nvSpPr>
        <p:spPr>
          <a:xfrm>
            <a:off x="3419250" y="1765875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9"/>
          </p:nvPr>
        </p:nvSpPr>
        <p:spPr>
          <a:xfrm>
            <a:off x="6118488" y="1765875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3"/>
          </p:nvPr>
        </p:nvSpPr>
        <p:spPr>
          <a:xfrm>
            <a:off x="718425" y="33463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4"/>
          </p:nvPr>
        </p:nvSpPr>
        <p:spPr>
          <a:xfrm>
            <a:off x="3419250" y="33463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5"/>
          </p:nvPr>
        </p:nvSpPr>
        <p:spPr>
          <a:xfrm>
            <a:off x="6118488" y="33463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3" name="Google Shape;103;p13"/>
          <p:cNvGrpSpPr/>
          <p:nvPr/>
        </p:nvGrpSpPr>
        <p:grpSpPr>
          <a:xfrm>
            <a:off x="410425" y="185850"/>
            <a:ext cx="8553763" cy="4632105"/>
            <a:chOff x="410425" y="185850"/>
            <a:chExt cx="8553763" cy="4632105"/>
          </a:xfrm>
        </p:grpSpPr>
        <p:sp>
          <p:nvSpPr>
            <p:cNvPr id="104" name="Google Shape;104;p13"/>
            <p:cNvSpPr/>
            <p:nvPr/>
          </p:nvSpPr>
          <p:spPr>
            <a:xfrm rot="5400000">
              <a:off x="3038138" y="452410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05" name="Google Shape;105;p13"/>
            <p:cNvCxnSpPr>
              <a:stCxn id="104" idx="0"/>
            </p:cNvCxnSpPr>
            <p:nvPr/>
          </p:nvCxnSpPr>
          <p:spPr>
            <a:xfrm>
              <a:off x="3331988" y="4777005"/>
              <a:ext cx="5632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6" name="Google Shape;106;p13"/>
            <p:cNvSpPr/>
            <p:nvPr/>
          </p:nvSpPr>
          <p:spPr>
            <a:xfrm>
              <a:off x="410425" y="1386150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07" name="Google Shape;107;p13"/>
            <p:cNvCxnSpPr>
              <a:stCxn id="106" idx="0"/>
            </p:cNvCxnSpPr>
            <p:nvPr/>
          </p:nvCxnSpPr>
          <p:spPr>
            <a:xfrm rot="10800000">
              <a:off x="451375" y="185850"/>
              <a:ext cx="0" cy="1200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bg>
      <p:bgPr>
        <a:solidFill>
          <a:schemeClr val="dk2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18" name="Google Shape;218;p24"/>
          <p:cNvGrpSpPr/>
          <p:nvPr/>
        </p:nvGrpSpPr>
        <p:grpSpPr>
          <a:xfrm>
            <a:off x="384800" y="347900"/>
            <a:ext cx="8571101" cy="81900"/>
            <a:chOff x="384800" y="347900"/>
            <a:chExt cx="8571101" cy="81900"/>
          </a:xfrm>
        </p:grpSpPr>
        <p:sp>
          <p:nvSpPr>
            <p:cNvPr id="219" name="Google Shape;219;p24"/>
            <p:cNvSpPr/>
            <p:nvPr/>
          </p:nvSpPr>
          <p:spPr>
            <a:xfrm rot="-5400000">
              <a:off x="596750" y="135950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20" name="Google Shape;220;p24"/>
            <p:cNvCxnSpPr/>
            <p:nvPr/>
          </p:nvCxnSpPr>
          <p:spPr>
            <a:xfrm>
              <a:off x="898501" y="388850"/>
              <a:ext cx="8057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1" name="Google Shape;221;p24"/>
          <p:cNvSpPr txBox="1">
            <a:spLocks noGrp="1"/>
          </p:cNvSpPr>
          <p:nvPr>
            <p:ph type="title"/>
          </p:nvPr>
        </p:nvSpPr>
        <p:spPr>
          <a:xfrm>
            <a:off x="2347938" y="7140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subTitle" idx="1"/>
          </p:nvPr>
        </p:nvSpPr>
        <p:spPr>
          <a:xfrm>
            <a:off x="2347900" y="1683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2204825" y="3730879"/>
            <a:ext cx="4734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rPr>
              <a:t>CREDITS: This presentation template was created by </a:t>
            </a:r>
            <a:r>
              <a:rPr lang="en" sz="1100" b="1" u="sng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rPr>
              <a:t>, and includes icons by </a:t>
            </a:r>
            <a:r>
              <a:rPr lang="en" sz="1100" b="1" u="sng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rPr>
              <a:t>, and infographics &amp; images by </a:t>
            </a:r>
            <a:r>
              <a:rPr lang="en" sz="1100" b="1" u="sng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rPr>
              <a:t> </a:t>
            </a:r>
            <a:endParaRPr sz="1100" u="sng">
              <a:solidFill>
                <a:schemeClr val="lt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26" name="Google Shape;226;p25"/>
          <p:cNvGrpSpPr/>
          <p:nvPr/>
        </p:nvGrpSpPr>
        <p:grpSpPr>
          <a:xfrm>
            <a:off x="6554694" y="808785"/>
            <a:ext cx="2401200" cy="4139700"/>
            <a:chOff x="6554694" y="808785"/>
            <a:chExt cx="2401200" cy="4139700"/>
          </a:xfrm>
        </p:grpSpPr>
        <p:sp>
          <p:nvSpPr>
            <p:cNvPr id="227" name="Google Shape;227;p25"/>
            <p:cNvSpPr/>
            <p:nvPr/>
          </p:nvSpPr>
          <p:spPr>
            <a:xfrm rot="-5400000">
              <a:off x="6766644" y="454927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28" name="Google Shape;228;p25"/>
            <p:cNvCxnSpPr>
              <a:stCxn id="227" idx="2"/>
            </p:cNvCxnSpPr>
            <p:nvPr/>
          </p:nvCxnSpPr>
          <p:spPr>
            <a:xfrm>
              <a:off x="7060494" y="4802175"/>
              <a:ext cx="189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229" name="Google Shape;229;p25"/>
            <p:cNvSpPr/>
            <p:nvPr/>
          </p:nvSpPr>
          <p:spPr>
            <a:xfrm>
              <a:off x="8665694" y="80878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0" name="Google Shape;230;p25"/>
            <p:cNvCxnSpPr>
              <a:stCxn id="229" idx="2"/>
            </p:cNvCxnSpPr>
            <p:nvPr/>
          </p:nvCxnSpPr>
          <p:spPr>
            <a:xfrm>
              <a:off x="8706644" y="1314585"/>
              <a:ext cx="0" cy="363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33" name="Google Shape;233;p26"/>
          <p:cNvGrpSpPr/>
          <p:nvPr/>
        </p:nvGrpSpPr>
        <p:grpSpPr>
          <a:xfrm>
            <a:off x="188094" y="315075"/>
            <a:ext cx="4139700" cy="4513360"/>
            <a:chOff x="188094" y="329775"/>
            <a:chExt cx="4139700" cy="4513360"/>
          </a:xfrm>
        </p:grpSpPr>
        <p:sp>
          <p:nvSpPr>
            <p:cNvPr id="234" name="Google Shape;234;p26"/>
            <p:cNvSpPr/>
            <p:nvPr/>
          </p:nvSpPr>
          <p:spPr>
            <a:xfrm rot="5400000">
              <a:off x="4033944" y="454928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5" name="Google Shape;235;p26"/>
            <p:cNvCxnSpPr>
              <a:stCxn id="234" idx="2"/>
            </p:cNvCxnSpPr>
            <p:nvPr/>
          </p:nvCxnSpPr>
          <p:spPr>
            <a:xfrm rot="10800000">
              <a:off x="188094" y="4802185"/>
              <a:ext cx="363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6" name="Google Shape;236;p26"/>
            <p:cNvSpPr/>
            <p:nvPr/>
          </p:nvSpPr>
          <p:spPr>
            <a:xfrm rot="5400000">
              <a:off x="2295444" y="11782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7" name="Google Shape;237;p26"/>
            <p:cNvCxnSpPr>
              <a:stCxn id="236" idx="2"/>
            </p:cNvCxnSpPr>
            <p:nvPr/>
          </p:nvCxnSpPr>
          <p:spPr>
            <a:xfrm rot="10800000">
              <a:off x="188094" y="370725"/>
              <a:ext cx="189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lvl="1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lvl="2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lvl="3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lvl="4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lvl="5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lvl="6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lvl="7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lvl="8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8" r:id="rId5"/>
    <p:sldLayoutId id="2147483659" r:id="rId6"/>
    <p:sldLayoutId id="2147483670" r:id="rId7"/>
    <p:sldLayoutId id="2147483671" r:id="rId8"/>
    <p:sldLayoutId id="2147483672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>
            <a:spLocks noGrp="1"/>
          </p:cNvSpPr>
          <p:nvPr>
            <p:ph type="ctrTitle"/>
          </p:nvPr>
        </p:nvSpPr>
        <p:spPr>
          <a:xfrm>
            <a:off x="1597400" y="667850"/>
            <a:ext cx="6396300" cy="22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Executive Design </a:t>
            </a:r>
            <a:r>
              <a:rPr lang="en" sz="4000" i="1"/>
              <a:t>Company Profile</a:t>
            </a:r>
            <a:endParaRPr sz="4000" i="1"/>
          </a:p>
        </p:txBody>
      </p:sp>
      <p:sp>
        <p:nvSpPr>
          <p:cNvPr id="249" name="Google Shape;249;p30"/>
          <p:cNvSpPr txBox="1">
            <a:spLocks noGrp="1"/>
          </p:cNvSpPr>
          <p:nvPr>
            <p:ph type="subTitle" idx="1"/>
          </p:nvPr>
        </p:nvSpPr>
        <p:spPr>
          <a:xfrm>
            <a:off x="5463800" y="3480892"/>
            <a:ext cx="25299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>
            <a:spLocks noGrp="1"/>
          </p:cNvSpPr>
          <p:nvPr>
            <p:ph type="title"/>
          </p:nvPr>
        </p:nvSpPr>
        <p:spPr>
          <a:xfrm>
            <a:off x="961425" y="2680575"/>
            <a:ext cx="4383600" cy="17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Name of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section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4" name="Google Shape;264;p32"/>
          <p:cNvSpPr txBox="1">
            <a:spLocks noGrp="1"/>
          </p:cNvSpPr>
          <p:nvPr>
            <p:ph type="title" idx="2"/>
          </p:nvPr>
        </p:nvSpPr>
        <p:spPr>
          <a:xfrm>
            <a:off x="961425" y="1649425"/>
            <a:ext cx="10323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grpSp>
        <p:nvGrpSpPr>
          <p:cNvPr id="265" name="Google Shape;265;p32"/>
          <p:cNvGrpSpPr/>
          <p:nvPr/>
        </p:nvGrpSpPr>
        <p:grpSpPr>
          <a:xfrm>
            <a:off x="188271" y="722355"/>
            <a:ext cx="4707300" cy="81900"/>
            <a:chOff x="196113" y="722355"/>
            <a:chExt cx="4707300" cy="81900"/>
          </a:xfrm>
        </p:grpSpPr>
        <p:sp>
          <p:nvSpPr>
            <p:cNvPr id="266" name="Google Shape;266;p32"/>
            <p:cNvSpPr/>
            <p:nvPr/>
          </p:nvSpPr>
          <p:spPr>
            <a:xfrm rot="-5400000" flipH="1">
              <a:off x="4609563" y="51040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67" name="Google Shape;267;p32"/>
            <p:cNvCxnSpPr>
              <a:stCxn id="266" idx="0"/>
            </p:cNvCxnSpPr>
            <p:nvPr/>
          </p:nvCxnSpPr>
          <p:spPr>
            <a:xfrm rot="10800000">
              <a:off x="196113" y="763305"/>
              <a:ext cx="420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8" name="Google Shape;268;p32"/>
          <p:cNvGrpSpPr/>
          <p:nvPr/>
        </p:nvGrpSpPr>
        <p:grpSpPr>
          <a:xfrm>
            <a:off x="8402038" y="1961930"/>
            <a:ext cx="81900" cy="2993100"/>
            <a:chOff x="8615038" y="1961930"/>
            <a:chExt cx="81900" cy="2993100"/>
          </a:xfrm>
        </p:grpSpPr>
        <p:sp>
          <p:nvSpPr>
            <p:cNvPr id="269" name="Google Shape;269;p32"/>
            <p:cNvSpPr/>
            <p:nvPr/>
          </p:nvSpPr>
          <p:spPr>
            <a:xfrm>
              <a:off x="8615038" y="1961930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70" name="Google Shape;270;p32"/>
            <p:cNvCxnSpPr>
              <a:stCxn id="269" idx="2"/>
            </p:cNvCxnSpPr>
            <p:nvPr/>
          </p:nvCxnSpPr>
          <p:spPr>
            <a:xfrm>
              <a:off x="8655988" y="2467730"/>
              <a:ext cx="0" cy="2487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pic>
        <p:nvPicPr>
          <p:cNvPr id="271" name="Google Shape;271;p32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6544" r="38153"/>
          <a:stretch/>
        </p:blipFill>
        <p:spPr>
          <a:xfrm>
            <a:off x="5109150" y="539550"/>
            <a:ext cx="2760600" cy="4064400"/>
          </a:xfrm>
          <a:prstGeom prst="roundRect">
            <a:avLst>
              <a:gd name="adj" fmla="val 50000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title" idx="2"/>
          </p:nvPr>
        </p:nvSpPr>
        <p:spPr>
          <a:xfrm>
            <a:off x="1503825" y="1295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title" idx="3"/>
          </p:nvPr>
        </p:nvSpPr>
        <p:spPr>
          <a:xfrm>
            <a:off x="1503825" y="287636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title" idx="4"/>
          </p:nvPr>
        </p:nvSpPr>
        <p:spPr>
          <a:xfrm>
            <a:off x="4204650" y="1295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280" name="Google Shape;280;p33"/>
          <p:cNvSpPr txBox="1">
            <a:spLocks noGrp="1"/>
          </p:cNvSpPr>
          <p:nvPr>
            <p:ph type="title" idx="5"/>
          </p:nvPr>
        </p:nvSpPr>
        <p:spPr>
          <a:xfrm>
            <a:off x="4204650" y="287636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sp>
        <p:nvSpPr>
          <p:cNvPr id="281" name="Google Shape;281;p33"/>
          <p:cNvSpPr txBox="1">
            <a:spLocks noGrp="1"/>
          </p:cNvSpPr>
          <p:nvPr>
            <p:ph type="title" idx="6"/>
          </p:nvPr>
        </p:nvSpPr>
        <p:spPr>
          <a:xfrm>
            <a:off x="6903888" y="1295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282" name="Google Shape;282;p33"/>
          <p:cNvSpPr txBox="1">
            <a:spLocks noGrp="1"/>
          </p:cNvSpPr>
          <p:nvPr>
            <p:ph type="title" idx="7"/>
          </p:nvPr>
        </p:nvSpPr>
        <p:spPr>
          <a:xfrm>
            <a:off x="6903888" y="287636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  <p:sp>
        <p:nvSpPr>
          <p:cNvPr id="283" name="Google Shape;283;p33"/>
          <p:cNvSpPr txBox="1">
            <a:spLocks noGrp="1"/>
          </p:cNvSpPr>
          <p:nvPr>
            <p:ph type="subTitle" idx="1"/>
          </p:nvPr>
        </p:nvSpPr>
        <p:spPr>
          <a:xfrm>
            <a:off x="718425" y="1765875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section</a:t>
            </a:r>
            <a:endParaRPr/>
          </a:p>
        </p:txBody>
      </p:sp>
      <p:sp>
        <p:nvSpPr>
          <p:cNvPr id="284" name="Google Shape;284;p33"/>
          <p:cNvSpPr txBox="1">
            <a:spLocks noGrp="1"/>
          </p:cNvSpPr>
          <p:nvPr>
            <p:ph type="subTitle" idx="8"/>
          </p:nvPr>
        </p:nvSpPr>
        <p:spPr>
          <a:xfrm>
            <a:off x="3419250" y="1765875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section</a:t>
            </a:r>
            <a:endParaRPr/>
          </a:p>
        </p:txBody>
      </p:sp>
      <p:sp>
        <p:nvSpPr>
          <p:cNvPr id="285" name="Google Shape;285;p33"/>
          <p:cNvSpPr txBox="1">
            <a:spLocks noGrp="1"/>
          </p:cNvSpPr>
          <p:nvPr>
            <p:ph type="subTitle" idx="9"/>
          </p:nvPr>
        </p:nvSpPr>
        <p:spPr>
          <a:xfrm>
            <a:off x="6118488" y="1765875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section</a:t>
            </a:r>
            <a:endParaRPr/>
          </a:p>
        </p:txBody>
      </p:sp>
      <p:sp>
        <p:nvSpPr>
          <p:cNvPr id="286" name="Google Shape;286;p33"/>
          <p:cNvSpPr txBox="1">
            <a:spLocks noGrp="1"/>
          </p:cNvSpPr>
          <p:nvPr>
            <p:ph type="subTitle" idx="13"/>
          </p:nvPr>
        </p:nvSpPr>
        <p:spPr>
          <a:xfrm>
            <a:off x="718425" y="33463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section</a:t>
            </a:r>
            <a:endParaRPr/>
          </a:p>
        </p:txBody>
      </p:sp>
      <p:sp>
        <p:nvSpPr>
          <p:cNvPr id="287" name="Google Shape;287;p33"/>
          <p:cNvSpPr txBox="1">
            <a:spLocks noGrp="1"/>
          </p:cNvSpPr>
          <p:nvPr>
            <p:ph type="subTitle" idx="14"/>
          </p:nvPr>
        </p:nvSpPr>
        <p:spPr>
          <a:xfrm>
            <a:off x="3419250" y="33463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section</a:t>
            </a:r>
            <a:endParaRPr/>
          </a:p>
        </p:txBody>
      </p:sp>
      <p:sp>
        <p:nvSpPr>
          <p:cNvPr id="288" name="Google Shape;288;p33"/>
          <p:cNvSpPr txBox="1">
            <a:spLocks noGrp="1"/>
          </p:cNvSpPr>
          <p:nvPr>
            <p:ph type="subTitle" idx="15"/>
          </p:nvPr>
        </p:nvSpPr>
        <p:spPr>
          <a:xfrm>
            <a:off x="6118488" y="33463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9"/>
          <p:cNvSpPr/>
          <p:nvPr/>
        </p:nvSpPr>
        <p:spPr>
          <a:xfrm>
            <a:off x="3411137" y="2935076"/>
            <a:ext cx="598800" cy="598800"/>
          </a:xfrm>
          <a:prstGeom prst="roundRect">
            <a:avLst>
              <a:gd name="adj" fmla="val 2452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62" name="Google Shape;562;p49"/>
          <p:cNvSpPr/>
          <p:nvPr/>
        </p:nvSpPr>
        <p:spPr>
          <a:xfrm>
            <a:off x="5140987" y="2935076"/>
            <a:ext cx="598800" cy="598800"/>
          </a:xfrm>
          <a:prstGeom prst="roundRect">
            <a:avLst>
              <a:gd name="adj" fmla="val 2452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63" name="Google Shape;563;p49"/>
          <p:cNvSpPr/>
          <p:nvPr/>
        </p:nvSpPr>
        <p:spPr>
          <a:xfrm>
            <a:off x="4276062" y="2935038"/>
            <a:ext cx="598800" cy="598800"/>
          </a:xfrm>
          <a:prstGeom prst="roundRect">
            <a:avLst>
              <a:gd name="adj" fmla="val 2452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64" name="Google Shape;564;p49"/>
          <p:cNvSpPr txBox="1">
            <a:spLocks noGrp="1"/>
          </p:cNvSpPr>
          <p:nvPr>
            <p:ph type="title"/>
          </p:nvPr>
        </p:nvSpPr>
        <p:spPr>
          <a:xfrm>
            <a:off x="2347938" y="7140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565" name="Google Shape;565;p49"/>
          <p:cNvSpPr txBox="1">
            <a:spLocks noGrp="1"/>
          </p:cNvSpPr>
          <p:nvPr>
            <p:ph type="subTitle" idx="1"/>
          </p:nvPr>
        </p:nvSpPr>
        <p:spPr>
          <a:xfrm>
            <a:off x="2347900" y="1683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 you have any questions?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grpSp>
        <p:nvGrpSpPr>
          <p:cNvPr id="566" name="Google Shape;566;p49"/>
          <p:cNvGrpSpPr/>
          <p:nvPr/>
        </p:nvGrpSpPr>
        <p:grpSpPr>
          <a:xfrm>
            <a:off x="3572524" y="3096473"/>
            <a:ext cx="276012" cy="275991"/>
            <a:chOff x="3368074" y="3882537"/>
            <a:chExt cx="215298" cy="215298"/>
          </a:xfrm>
        </p:grpSpPr>
        <p:sp>
          <p:nvSpPr>
            <p:cNvPr id="567" name="Google Shape;567;p49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9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9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" name="Google Shape;570;p49"/>
          <p:cNvGrpSpPr/>
          <p:nvPr/>
        </p:nvGrpSpPr>
        <p:grpSpPr>
          <a:xfrm>
            <a:off x="4438556" y="3115181"/>
            <a:ext cx="266790" cy="238574"/>
            <a:chOff x="3824739" y="3890112"/>
            <a:chExt cx="208105" cy="186110"/>
          </a:xfrm>
        </p:grpSpPr>
        <p:sp>
          <p:nvSpPr>
            <p:cNvPr id="571" name="Google Shape;571;p49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9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9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49"/>
          <p:cNvSpPr/>
          <p:nvPr/>
        </p:nvSpPr>
        <p:spPr>
          <a:xfrm>
            <a:off x="5302440" y="3115420"/>
            <a:ext cx="291511" cy="238097"/>
          </a:xfrm>
          <a:custGeom>
            <a:avLst/>
            <a:gdLst/>
            <a:ahLst/>
            <a:cxnLst/>
            <a:rect l="l" t="t" r="r" b="b"/>
            <a:pathLst>
              <a:path w="7144" h="5835" extrusionOk="0">
                <a:moveTo>
                  <a:pt x="4620" y="0"/>
                </a:moveTo>
                <a:cubicBezTo>
                  <a:pt x="3727" y="0"/>
                  <a:pt x="2977" y="691"/>
                  <a:pt x="2905" y="1572"/>
                </a:cubicBezTo>
                <a:cubicBezTo>
                  <a:pt x="2727" y="1548"/>
                  <a:pt x="2358" y="1441"/>
                  <a:pt x="2262" y="1405"/>
                </a:cubicBezTo>
                <a:cubicBezTo>
                  <a:pt x="1643" y="1203"/>
                  <a:pt x="1072" y="810"/>
                  <a:pt x="631" y="322"/>
                </a:cubicBezTo>
                <a:cubicBezTo>
                  <a:pt x="596" y="298"/>
                  <a:pt x="572" y="274"/>
                  <a:pt x="524" y="262"/>
                </a:cubicBezTo>
                <a:cubicBezTo>
                  <a:pt x="517" y="261"/>
                  <a:pt x="509" y="260"/>
                  <a:pt x="501" y="260"/>
                </a:cubicBezTo>
                <a:cubicBezTo>
                  <a:pt x="436" y="260"/>
                  <a:pt x="367" y="304"/>
                  <a:pt x="346" y="357"/>
                </a:cubicBezTo>
                <a:cubicBezTo>
                  <a:pt x="238" y="572"/>
                  <a:pt x="179" y="810"/>
                  <a:pt x="179" y="1048"/>
                </a:cubicBezTo>
                <a:cubicBezTo>
                  <a:pt x="179" y="1393"/>
                  <a:pt x="286" y="1727"/>
                  <a:pt x="476" y="1977"/>
                </a:cubicBezTo>
                <a:cubicBezTo>
                  <a:pt x="466" y="1975"/>
                  <a:pt x="456" y="1974"/>
                  <a:pt x="446" y="1974"/>
                </a:cubicBezTo>
                <a:cubicBezTo>
                  <a:pt x="397" y="1974"/>
                  <a:pt x="349" y="1997"/>
                  <a:pt x="310" y="2036"/>
                </a:cubicBezTo>
                <a:cubicBezTo>
                  <a:pt x="286" y="2060"/>
                  <a:pt x="286" y="2108"/>
                  <a:pt x="274" y="2143"/>
                </a:cubicBezTo>
                <a:lnTo>
                  <a:pt x="274" y="2203"/>
                </a:lnTo>
                <a:cubicBezTo>
                  <a:pt x="274" y="2655"/>
                  <a:pt x="476" y="3072"/>
                  <a:pt x="822" y="3358"/>
                </a:cubicBezTo>
                <a:cubicBezTo>
                  <a:pt x="786" y="3370"/>
                  <a:pt x="774" y="3405"/>
                  <a:pt x="762" y="3417"/>
                </a:cubicBezTo>
                <a:cubicBezTo>
                  <a:pt x="750" y="3465"/>
                  <a:pt x="727" y="3513"/>
                  <a:pt x="750" y="3548"/>
                </a:cubicBezTo>
                <a:cubicBezTo>
                  <a:pt x="893" y="4024"/>
                  <a:pt x="1262" y="4405"/>
                  <a:pt x="1727" y="4548"/>
                </a:cubicBezTo>
                <a:cubicBezTo>
                  <a:pt x="1310" y="4798"/>
                  <a:pt x="834" y="4941"/>
                  <a:pt x="334" y="4941"/>
                </a:cubicBezTo>
                <a:lnTo>
                  <a:pt x="191" y="4941"/>
                </a:lnTo>
                <a:cubicBezTo>
                  <a:pt x="107" y="4941"/>
                  <a:pt x="36" y="5001"/>
                  <a:pt x="12" y="5084"/>
                </a:cubicBezTo>
                <a:cubicBezTo>
                  <a:pt x="0" y="5156"/>
                  <a:pt x="48" y="5239"/>
                  <a:pt x="107" y="5263"/>
                </a:cubicBezTo>
                <a:cubicBezTo>
                  <a:pt x="727" y="5632"/>
                  <a:pt x="1465" y="5834"/>
                  <a:pt x="2191" y="5834"/>
                </a:cubicBezTo>
                <a:cubicBezTo>
                  <a:pt x="3072" y="5834"/>
                  <a:pt x="3905" y="5560"/>
                  <a:pt x="4596" y="5060"/>
                </a:cubicBezTo>
                <a:cubicBezTo>
                  <a:pt x="4691" y="5001"/>
                  <a:pt x="4691" y="4858"/>
                  <a:pt x="4620" y="4786"/>
                </a:cubicBezTo>
                <a:cubicBezTo>
                  <a:pt x="4587" y="4754"/>
                  <a:pt x="4544" y="4735"/>
                  <a:pt x="4499" y="4735"/>
                </a:cubicBezTo>
                <a:cubicBezTo>
                  <a:pt x="4463" y="4735"/>
                  <a:pt x="4426" y="4748"/>
                  <a:pt x="4394" y="4775"/>
                </a:cubicBezTo>
                <a:cubicBezTo>
                  <a:pt x="3763" y="5215"/>
                  <a:pt x="3013" y="5489"/>
                  <a:pt x="2191" y="5489"/>
                </a:cubicBezTo>
                <a:cubicBezTo>
                  <a:pt x="1727" y="5489"/>
                  <a:pt x="1262" y="5394"/>
                  <a:pt x="846" y="5239"/>
                </a:cubicBezTo>
                <a:cubicBezTo>
                  <a:pt x="1369" y="5144"/>
                  <a:pt x="1846" y="4917"/>
                  <a:pt x="2262" y="4584"/>
                </a:cubicBezTo>
                <a:cubicBezTo>
                  <a:pt x="2310" y="4536"/>
                  <a:pt x="2334" y="4477"/>
                  <a:pt x="2322" y="4417"/>
                </a:cubicBezTo>
                <a:cubicBezTo>
                  <a:pt x="2310" y="4346"/>
                  <a:pt x="2239" y="4286"/>
                  <a:pt x="2155" y="4286"/>
                </a:cubicBezTo>
                <a:cubicBezTo>
                  <a:pt x="1739" y="4263"/>
                  <a:pt x="1369" y="4048"/>
                  <a:pt x="1167" y="3691"/>
                </a:cubicBezTo>
                <a:cubicBezTo>
                  <a:pt x="1250" y="3691"/>
                  <a:pt x="1358" y="3667"/>
                  <a:pt x="1441" y="3643"/>
                </a:cubicBezTo>
                <a:cubicBezTo>
                  <a:pt x="1524" y="3632"/>
                  <a:pt x="1584" y="3572"/>
                  <a:pt x="1584" y="3489"/>
                </a:cubicBezTo>
                <a:cubicBezTo>
                  <a:pt x="1596" y="3405"/>
                  <a:pt x="1536" y="3334"/>
                  <a:pt x="1441" y="3298"/>
                </a:cubicBezTo>
                <a:cubicBezTo>
                  <a:pt x="1000" y="3191"/>
                  <a:pt x="667" y="2822"/>
                  <a:pt x="596" y="2381"/>
                </a:cubicBezTo>
                <a:lnTo>
                  <a:pt x="596" y="2381"/>
                </a:lnTo>
                <a:cubicBezTo>
                  <a:pt x="727" y="2405"/>
                  <a:pt x="869" y="2417"/>
                  <a:pt x="1000" y="2417"/>
                </a:cubicBezTo>
                <a:cubicBezTo>
                  <a:pt x="1084" y="2417"/>
                  <a:pt x="1143" y="2358"/>
                  <a:pt x="1167" y="2274"/>
                </a:cubicBezTo>
                <a:cubicBezTo>
                  <a:pt x="1179" y="2203"/>
                  <a:pt x="1131" y="2143"/>
                  <a:pt x="1072" y="2108"/>
                </a:cubicBezTo>
                <a:cubicBezTo>
                  <a:pt x="703" y="1881"/>
                  <a:pt x="476" y="1488"/>
                  <a:pt x="476" y="1048"/>
                </a:cubicBezTo>
                <a:cubicBezTo>
                  <a:pt x="476" y="953"/>
                  <a:pt x="488" y="846"/>
                  <a:pt x="524" y="738"/>
                </a:cubicBezTo>
                <a:cubicBezTo>
                  <a:pt x="965" y="1191"/>
                  <a:pt x="1524" y="1524"/>
                  <a:pt x="2120" y="1727"/>
                </a:cubicBezTo>
                <a:cubicBezTo>
                  <a:pt x="2120" y="1727"/>
                  <a:pt x="2715" y="1905"/>
                  <a:pt x="2929" y="1917"/>
                </a:cubicBezTo>
                <a:lnTo>
                  <a:pt x="3024" y="1917"/>
                </a:lnTo>
                <a:cubicBezTo>
                  <a:pt x="3096" y="1917"/>
                  <a:pt x="3167" y="1869"/>
                  <a:pt x="3191" y="1798"/>
                </a:cubicBezTo>
                <a:cubicBezTo>
                  <a:pt x="3203" y="1786"/>
                  <a:pt x="3203" y="1750"/>
                  <a:pt x="3203" y="1738"/>
                </a:cubicBezTo>
                <a:lnTo>
                  <a:pt x="3203" y="1703"/>
                </a:lnTo>
                <a:cubicBezTo>
                  <a:pt x="3203" y="953"/>
                  <a:pt x="3810" y="334"/>
                  <a:pt x="4572" y="334"/>
                </a:cubicBezTo>
                <a:cubicBezTo>
                  <a:pt x="4941" y="334"/>
                  <a:pt x="5287" y="488"/>
                  <a:pt x="5549" y="750"/>
                </a:cubicBezTo>
                <a:cubicBezTo>
                  <a:pt x="5585" y="787"/>
                  <a:pt x="5621" y="802"/>
                  <a:pt x="5663" y="802"/>
                </a:cubicBezTo>
                <a:cubicBezTo>
                  <a:pt x="5676" y="802"/>
                  <a:pt x="5689" y="801"/>
                  <a:pt x="5703" y="798"/>
                </a:cubicBezTo>
                <a:cubicBezTo>
                  <a:pt x="5882" y="762"/>
                  <a:pt x="6049" y="738"/>
                  <a:pt x="6203" y="679"/>
                </a:cubicBezTo>
                <a:lnTo>
                  <a:pt x="6203" y="679"/>
                </a:lnTo>
                <a:cubicBezTo>
                  <a:pt x="6120" y="762"/>
                  <a:pt x="6013" y="857"/>
                  <a:pt x="5894" y="917"/>
                </a:cubicBezTo>
                <a:cubicBezTo>
                  <a:pt x="5822" y="965"/>
                  <a:pt x="5787" y="1048"/>
                  <a:pt x="5822" y="1143"/>
                </a:cubicBezTo>
                <a:cubicBezTo>
                  <a:pt x="5846" y="1203"/>
                  <a:pt x="5930" y="1250"/>
                  <a:pt x="6001" y="1250"/>
                </a:cubicBezTo>
                <a:cubicBezTo>
                  <a:pt x="6144" y="1227"/>
                  <a:pt x="6287" y="1215"/>
                  <a:pt x="6418" y="1167"/>
                </a:cubicBezTo>
                <a:lnTo>
                  <a:pt x="6418" y="1167"/>
                </a:lnTo>
                <a:cubicBezTo>
                  <a:pt x="6299" y="1286"/>
                  <a:pt x="6168" y="1405"/>
                  <a:pt x="6013" y="1512"/>
                </a:cubicBezTo>
                <a:cubicBezTo>
                  <a:pt x="5965" y="1548"/>
                  <a:pt x="5941" y="1608"/>
                  <a:pt x="5941" y="1655"/>
                </a:cubicBezTo>
                <a:lnTo>
                  <a:pt x="5941" y="1679"/>
                </a:lnTo>
                <a:lnTo>
                  <a:pt x="5941" y="1703"/>
                </a:lnTo>
                <a:lnTo>
                  <a:pt x="5941" y="1727"/>
                </a:lnTo>
                <a:cubicBezTo>
                  <a:pt x="5941" y="2691"/>
                  <a:pt x="5572" y="3572"/>
                  <a:pt x="4977" y="4227"/>
                </a:cubicBezTo>
                <a:cubicBezTo>
                  <a:pt x="4918" y="4298"/>
                  <a:pt x="4918" y="4405"/>
                  <a:pt x="4977" y="4465"/>
                </a:cubicBezTo>
                <a:cubicBezTo>
                  <a:pt x="5011" y="4499"/>
                  <a:pt x="5053" y="4514"/>
                  <a:pt x="5096" y="4514"/>
                </a:cubicBezTo>
                <a:cubicBezTo>
                  <a:pt x="5143" y="4514"/>
                  <a:pt x="5190" y="4496"/>
                  <a:pt x="5227" y="4465"/>
                </a:cubicBezTo>
                <a:cubicBezTo>
                  <a:pt x="5894" y="3715"/>
                  <a:pt x="6263" y="2762"/>
                  <a:pt x="6287" y="1750"/>
                </a:cubicBezTo>
                <a:cubicBezTo>
                  <a:pt x="6596" y="1524"/>
                  <a:pt x="6846" y="1250"/>
                  <a:pt x="7061" y="917"/>
                </a:cubicBezTo>
                <a:cubicBezTo>
                  <a:pt x="7144" y="857"/>
                  <a:pt x="7132" y="750"/>
                  <a:pt x="7061" y="715"/>
                </a:cubicBezTo>
                <a:cubicBezTo>
                  <a:pt x="7029" y="683"/>
                  <a:pt x="6987" y="667"/>
                  <a:pt x="6937" y="667"/>
                </a:cubicBezTo>
                <a:cubicBezTo>
                  <a:pt x="6912" y="667"/>
                  <a:pt x="6886" y="671"/>
                  <a:pt x="6858" y="679"/>
                </a:cubicBezTo>
                <a:cubicBezTo>
                  <a:pt x="6775" y="726"/>
                  <a:pt x="6680" y="750"/>
                  <a:pt x="6596" y="786"/>
                </a:cubicBezTo>
                <a:cubicBezTo>
                  <a:pt x="6680" y="667"/>
                  <a:pt x="6763" y="512"/>
                  <a:pt x="6823" y="369"/>
                </a:cubicBezTo>
                <a:cubicBezTo>
                  <a:pt x="6834" y="310"/>
                  <a:pt x="6834" y="238"/>
                  <a:pt x="6787" y="191"/>
                </a:cubicBezTo>
                <a:cubicBezTo>
                  <a:pt x="6750" y="153"/>
                  <a:pt x="6703" y="135"/>
                  <a:pt x="6659" y="135"/>
                </a:cubicBezTo>
                <a:cubicBezTo>
                  <a:pt x="6632" y="135"/>
                  <a:pt x="6607" y="142"/>
                  <a:pt x="6584" y="155"/>
                </a:cubicBezTo>
                <a:cubicBezTo>
                  <a:pt x="6322" y="310"/>
                  <a:pt x="6061" y="393"/>
                  <a:pt x="5775" y="441"/>
                </a:cubicBezTo>
                <a:cubicBezTo>
                  <a:pt x="5465" y="143"/>
                  <a:pt x="5048" y="0"/>
                  <a:pt x="462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49"/>
          <p:cNvSpPr txBox="1"/>
          <p:nvPr/>
        </p:nvSpPr>
        <p:spPr>
          <a:xfrm>
            <a:off x="2496150" y="4309854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Please keep this slide for attribution</a:t>
            </a:r>
            <a:endParaRPr sz="12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576" name="Google Shape;576;p49"/>
          <p:cNvGrpSpPr/>
          <p:nvPr/>
        </p:nvGrpSpPr>
        <p:grpSpPr>
          <a:xfrm>
            <a:off x="7855150" y="188101"/>
            <a:ext cx="81900" cy="4095600"/>
            <a:chOff x="7855150" y="188101"/>
            <a:chExt cx="81900" cy="4095600"/>
          </a:xfrm>
        </p:grpSpPr>
        <p:sp>
          <p:nvSpPr>
            <p:cNvPr id="577" name="Google Shape;577;p49"/>
            <p:cNvSpPr/>
            <p:nvPr/>
          </p:nvSpPr>
          <p:spPr>
            <a:xfrm rot="10800000">
              <a:off x="7855150" y="3777901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578" name="Google Shape;578;p49"/>
            <p:cNvCxnSpPr/>
            <p:nvPr/>
          </p:nvCxnSpPr>
          <p:spPr>
            <a:xfrm rot="-5400000">
              <a:off x="5939200" y="2145001"/>
              <a:ext cx="391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79" name="Google Shape;579;p49"/>
          <p:cNvGrpSpPr/>
          <p:nvPr/>
        </p:nvGrpSpPr>
        <p:grpSpPr>
          <a:xfrm>
            <a:off x="8001425" y="192425"/>
            <a:ext cx="81900" cy="2811600"/>
            <a:chOff x="1044725" y="192425"/>
            <a:chExt cx="81900" cy="2811600"/>
          </a:xfrm>
        </p:grpSpPr>
        <p:sp>
          <p:nvSpPr>
            <p:cNvPr id="580" name="Google Shape;580;p49"/>
            <p:cNvSpPr/>
            <p:nvPr/>
          </p:nvSpPr>
          <p:spPr>
            <a:xfrm rot="10800000">
              <a:off x="1044725" y="249822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581" name="Google Shape;581;p49"/>
            <p:cNvCxnSpPr>
              <a:stCxn id="580" idx="2"/>
            </p:cNvCxnSpPr>
            <p:nvPr/>
          </p:nvCxnSpPr>
          <p:spPr>
            <a:xfrm rot="10800000">
              <a:off x="1085675" y="192425"/>
              <a:ext cx="0" cy="2305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Executive Design Company Profile by Slidesgo">
  <a:themeElements>
    <a:clrScheme name="Simple Light">
      <a:dk1>
        <a:srgbClr val="030920"/>
      </a:dk1>
      <a:lt1>
        <a:srgbClr val="EEEEEE"/>
      </a:lt1>
      <a:dk2>
        <a:srgbClr val="2A3250"/>
      </a:dk2>
      <a:lt2>
        <a:srgbClr val="526D82"/>
      </a:lt2>
      <a:accent1>
        <a:srgbClr val="9DB2BF"/>
      </a:accent1>
      <a:accent2>
        <a:srgbClr val="DDE6E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309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A194565-25D7-4196-AFBA-EBCB3F845924}">
  <we:reference id="wa200010001" version="1.0.0.1" store="es-MX" storeType="OMEX"/>
  <we:alternateReferences>
    <we:reference id="WA200010001" version="1.0.0.1" store="" storeType="OMEX"/>
  </we:alternateReferences>
  <we:properties>
    <we:property name="claude.fileId" value="&quot;a9c0d1ac-e396-43b0-85a2-f1aceb03dc4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Presentación en pantalla (16:9)</PresentationFormat>
  <Paragraphs>30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Akatab</vt:lpstr>
      <vt:lpstr>Castoro</vt:lpstr>
      <vt:lpstr>Raleway</vt:lpstr>
      <vt:lpstr>Arial</vt:lpstr>
      <vt:lpstr>Executive Design Company Profile by Slidesgo</vt:lpstr>
      <vt:lpstr>Executive Design Company Profile</vt:lpstr>
      <vt:lpstr>Name of the section</vt:lpstr>
      <vt:lpstr>Table of contents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Patrick Ramirez</dc:creator>
  <cp:lastModifiedBy>Patrick Ramirez</cp:lastModifiedBy>
  <cp:revision>1</cp:revision>
  <dcterms:modified xsi:type="dcterms:W3CDTF">2026-04-30T16:46:07Z</dcterms:modified>
</cp:coreProperties>
</file>